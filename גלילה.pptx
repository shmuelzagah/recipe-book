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>
        <p:scale>
          <a:sx n="75" d="100"/>
          <a:sy n="75" d="100"/>
        </p:scale>
        <p:origin x="9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22A172-95A7-5DA3-14E3-F81EDE69B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CC19C50-189D-7E45-78A5-A54804D2B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7AB013-ECB6-2039-5688-2C7859B4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C18E56-891F-4370-1011-4A3B6203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377D73C-C115-0074-E1AB-BD376039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582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9E228E-28CC-4A8D-B189-1F64DE6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B641A6-F489-3F9C-F90A-9A0760CB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A10B7B6-F8C0-BA81-796E-D8FC46EB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773A64B-B8BB-23DB-F205-AD1CF384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1BDAB7B-EF90-009F-68F0-335052DC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447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C6B351-20E7-67A6-C453-B7D2CE70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2B7D1A7-7D78-8B9B-7241-2C60AA3E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F3A2F4-B0CF-DD84-2645-C4138782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243F1A6-5C72-996C-668E-93521603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94DB01-B568-004F-D750-29D5D437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826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705CFB-4867-D71D-BEC4-E24796DE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229974-5A73-D7EB-2957-081A06452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2E616C7-3742-7273-FFCA-F3C1069CE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38F20A4-987C-A613-9427-F633CD26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C1EA7F6-93A3-0773-7398-59C7C95C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FBA9097-EA88-5CBD-8633-E64C7328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47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EB7D4E-7294-E7D6-1B24-2224DBD1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D77E12F-8D3F-942E-33D0-7248DB87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1AA225E-1B5D-6823-7C2A-346F76570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146167A-8E6F-3595-B357-09FCBD98F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6EC917C-E143-2A26-7789-8EF7F0192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4643134-E084-D96A-3285-18C3EF1E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39DBEC6-72C8-AC77-3902-3E9D7B8A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8882739-2AC9-6525-6E0E-B9237D8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255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6348AA-B826-5D33-6C93-5F4FB1BC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9938FCD-7E8B-AA2B-26B9-227D3C51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0CF5572-171C-2A84-8595-F651FCC2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DE2D282-E5DF-2C8D-5542-8C6686D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350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B513484-D3DF-FD54-FF53-105C0A53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395BDFC-5023-43AD-2ADB-9AA19858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977A729-9849-1301-3440-A9C13C26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183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00F6B3-3411-1BEE-EB15-7EF0C8ED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647F8C-E95F-2A28-C6FE-6B867962E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CA392E3-0F36-6EAC-89AE-59A38308F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703E232-8734-8509-ACCA-0662C189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A628D08-0EC4-7CFC-4F17-2B2D3F39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EB6519-3D6B-4D4C-E25A-A163CBC4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035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39CD26-21F9-8620-B508-09759A1A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892509F-ACE6-60F3-9922-52F881AA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CD50F32-5FD0-9356-7C43-D5DB82B96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3BD2464-117E-9DE8-D105-8473788A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35A1BB2-96E5-B1E9-C730-02691BA9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6F406A-033D-3183-B233-3E1C581B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456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C81A52-38B4-A411-83DD-D00C4F96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334B8F4-2310-1A63-7E2A-21EC7CE97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CF535B0-AE27-BF21-81CD-4822A6C51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734AAA6-1B1A-C81D-EC45-709588A0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6D1B86-F9E2-644F-A4A7-A347163A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888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2C634A4-F267-2EF8-E79F-709F2392D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E0E4F17-A15C-FD6E-C818-7EC6EE20D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C5A24D9-93FE-2F79-0147-4F286181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F53AC6-D0A2-3628-6731-18CD1937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78BE7F2-8551-4113-63F7-22224F11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919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6F14E50-1D2C-73E3-AD19-F995DCBD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8BFC622-DEF9-8449-3212-C8B02D5BE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94D95E-A4EE-CB38-8422-FE5F64D77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A568D-9A1C-48B4-A69C-074C3172A689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F45FE91-9284-ECFE-6A93-B5AE40758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1635CE3-5C20-F400-CC29-516014194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3EEFE-08A2-40CD-97C7-658C826CA5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6814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C340B2EF-786A-FE41-0079-A11FFA1F42CC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97C715B0-9B94-C898-60DE-57C4169B0542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1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4B664715-0696-59BD-A59E-240B11173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03015"/>
              </p:ext>
            </p:extLst>
          </p:nvPr>
        </p:nvGraphicFramePr>
        <p:xfrm>
          <a:off x="3414408" y="3058159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E1C4F360-E5A8-722D-5438-BBD59C1A426B}"/>
              </a:ext>
            </a:extLst>
          </p:cNvPr>
          <p:cNvGrpSpPr/>
          <p:nvPr/>
        </p:nvGrpSpPr>
        <p:grpSpPr>
          <a:xfrm>
            <a:off x="3414408" y="272374"/>
            <a:ext cx="4659549" cy="2785785"/>
            <a:chOff x="6147881" y="457040"/>
            <a:chExt cx="4659549" cy="2785785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9119B5D8-E95C-54B7-8FA3-E178BB50E605}"/>
                </a:ext>
              </a:extLst>
            </p:cNvPr>
            <p:cNvSpPr/>
            <p:nvPr/>
          </p:nvSpPr>
          <p:spPr>
            <a:xfrm>
              <a:off x="6147881" y="457040"/>
              <a:ext cx="4659549" cy="191634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תמונה</a:t>
              </a:r>
            </a:p>
          </p:txBody>
        </p:sp>
        <p:sp>
          <p:nvSpPr>
            <p:cNvPr id="9" name="מלבן 8">
              <a:extLst>
                <a:ext uri="{FF2B5EF4-FFF2-40B4-BE49-F238E27FC236}">
                  <a16:creationId xmlns:a16="http://schemas.microsoft.com/office/drawing/2014/main" id="{D8E0C837-0735-5274-9306-622FDE52B058}"/>
                </a:ext>
              </a:extLst>
            </p:cNvPr>
            <p:cNvSpPr/>
            <p:nvPr/>
          </p:nvSpPr>
          <p:spPr>
            <a:xfrm>
              <a:off x="6147881" y="2373389"/>
              <a:ext cx="4659549" cy="8694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תיאור</a:t>
              </a:r>
            </a:p>
          </p:txBody>
        </p:sp>
      </p:grpSp>
      <p:sp>
        <p:nvSpPr>
          <p:cNvPr id="11" name="מלבן 10">
            <a:extLst>
              <a:ext uri="{FF2B5EF4-FFF2-40B4-BE49-F238E27FC236}">
                <a16:creationId xmlns:a16="http://schemas.microsoft.com/office/drawing/2014/main" id="{12DC13E6-E044-8CF1-CD9F-FE9E0BDF4B24}"/>
              </a:ext>
            </a:extLst>
          </p:cNvPr>
          <p:cNvSpPr/>
          <p:nvPr/>
        </p:nvSpPr>
        <p:spPr>
          <a:xfrm>
            <a:off x="7217923" y="3811894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5D38C6C-5993-D818-1E46-7EEF79947EF6}"/>
              </a:ext>
            </a:extLst>
          </p:cNvPr>
          <p:cNvSpPr/>
          <p:nvPr/>
        </p:nvSpPr>
        <p:spPr>
          <a:xfrm>
            <a:off x="7217923" y="4370587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2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27B88CD-46BA-58E7-8900-9DBD5815E21E}"/>
              </a:ext>
            </a:extLst>
          </p:cNvPr>
          <p:cNvSpPr/>
          <p:nvPr/>
        </p:nvSpPr>
        <p:spPr>
          <a:xfrm>
            <a:off x="7217923" y="4937764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3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E98CF5CD-6483-8353-36A3-DCE1F877F882}"/>
              </a:ext>
            </a:extLst>
          </p:cNvPr>
          <p:cNvSpPr txBox="1"/>
          <p:nvPr/>
        </p:nvSpPr>
        <p:spPr>
          <a:xfrm>
            <a:off x="5398852" y="374292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אחד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A7AB2661-BEED-F79A-BF9F-46E1957FF4C4}"/>
              </a:ext>
            </a:extLst>
          </p:cNvPr>
          <p:cNvSpPr txBox="1"/>
          <p:nvPr/>
        </p:nvSpPr>
        <p:spPr>
          <a:xfrm>
            <a:off x="5398852" y="4336104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שתיים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13F97BC1-DEF2-70D7-07B0-6C5A24F48AAC}"/>
              </a:ext>
            </a:extLst>
          </p:cNvPr>
          <p:cNvSpPr txBox="1"/>
          <p:nvPr/>
        </p:nvSpPr>
        <p:spPr>
          <a:xfrm>
            <a:off x="5398852" y="4903281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שלוש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BBA5F9EB-9C71-FCCC-192A-8F2C1FA278D8}"/>
              </a:ext>
            </a:extLst>
          </p:cNvPr>
          <p:cNvSpPr/>
          <p:nvPr/>
        </p:nvSpPr>
        <p:spPr>
          <a:xfrm>
            <a:off x="7217923" y="5518423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4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E6D73A33-29E2-2138-0454-0CE60E73240F}"/>
              </a:ext>
            </a:extLst>
          </p:cNvPr>
          <p:cNvSpPr txBox="1"/>
          <p:nvPr/>
        </p:nvSpPr>
        <p:spPr>
          <a:xfrm>
            <a:off x="5398852" y="5460756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ארבע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BFFEAB51-D14A-4D3F-D9AC-E6326715A7D5}"/>
              </a:ext>
            </a:extLst>
          </p:cNvPr>
          <p:cNvSpPr/>
          <p:nvPr/>
        </p:nvSpPr>
        <p:spPr>
          <a:xfrm>
            <a:off x="7217923" y="6073280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5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289F44E9-BF8D-9E92-1008-C9CF9C554EC7}"/>
              </a:ext>
            </a:extLst>
          </p:cNvPr>
          <p:cNvSpPr txBox="1"/>
          <p:nvPr/>
        </p:nvSpPr>
        <p:spPr>
          <a:xfrm>
            <a:off x="5398852" y="6038797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חמש</a:t>
            </a:r>
          </a:p>
        </p:txBody>
      </p:sp>
    </p:spTree>
    <p:extLst>
      <p:ext uri="{BB962C8B-B14F-4D97-AF65-F5344CB8AC3E}">
        <p14:creationId xmlns:p14="http://schemas.microsoft.com/office/powerpoint/2010/main" val="331111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8EC8-A997-3FEB-5901-8FAC46C4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7D5C657-3AEB-FAB7-68AE-91EE81551176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A1C0A8C-C1AA-E626-1CA2-D657D69112CF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2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9566157E-CAE5-3A6D-0CE9-E0E33120B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30609"/>
              </p:ext>
            </p:extLst>
          </p:nvPr>
        </p:nvGraphicFramePr>
        <p:xfrm>
          <a:off x="3414408" y="2341168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F5CBEF9E-13AE-3ABE-4ED8-CADC0D77408C}"/>
              </a:ext>
            </a:extLst>
          </p:cNvPr>
          <p:cNvGrpSpPr/>
          <p:nvPr/>
        </p:nvGrpSpPr>
        <p:grpSpPr>
          <a:xfrm>
            <a:off x="3414408" y="272374"/>
            <a:ext cx="4659549" cy="2089253"/>
            <a:chOff x="6147881" y="1153572"/>
            <a:chExt cx="4659549" cy="2089253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30296836-8F5C-6A4B-934F-E70FFC52943C}"/>
                </a:ext>
              </a:extLst>
            </p:cNvPr>
            <p:cNvSpPr/>
            <p:nvPr/>
          </p:nvSpPr>
          <p:spPr>
            <a:xfrm>
              <a:off x="6147881" y="1153572"/>
              <a:ext cx="4659549" cy="121981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9" name="מלבן 8">
              <a:extLst>
                <a:ext uri="{FF2B5EF4-FFF2-40B4-BE49-F238E27FC236}">
                  <a16:creationId xmlns:a16="http://schemas.microsoft.com/office/drawing/2014/main" id="{39094B27-6F83-26D4-3D2E-90891D0D611E}"/>
                </a:ext>
              </a:extLst>
            </p:cNvPr>
            <p:cNvSpPr/>
            <p:nvPr/>
          </p:nvSpPr>
          <p:spPr>
            <a:xfrm>
              <a:off x="6147881" y="2373389"/>
              <a:ext cx="4659549" cy="8694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תיאור</a:t>
              </a:r>
            </a:p>
          </p:txBody>
        </p:sp>
      </p:grpSp>
      <p:sp>
        <p:nvSpPr>
          <p:cNvPr id="11" name="מלבן 10">
            <a:extLst>
              <a:ext uri="{FF2B5EF4-FFF2-40B4-BE49-F238E27FC236}">
                <a16:creationId xmlns:a16="http://schemas.microsoft.com/office/drawing/2014/main" id="{308EB7CA-85CB-0B32-31CD-F6B48C77DCCD}"/>
              </a:ext>
            </a:extLst>
          </p:cNvPr>
          <p:cNvSpPr/>
          <p:nvPr/>
        </p:nvSpPr>
        <p:spPr>
          <a:xfrm>
            <a:off x="7217923" y="3081279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1C7D014B-07E3-E73F-8D37-5B835FA0C8D1}"/>
              </a:ext>
            </a:extLst>
          </p:cNvPr>
          <p:cNvSpPr/>
          <p:nvPr/>
        </p:nvSpPr>
        <p:spPr>
          <a:xfrm>
            <a:off x="7217923" y="363997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2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0109FF4-9405-8050-61BB-A51B4EF233CF}"/>
              </a:ext>
            </a:extLst>
          </p:cNvPr>
          <p:cNvSpPr/>
          <p:nvPr/>
        </p:nvSpPr>
        <p:spPr>
          <a:xfrm>
            <a:off x="7217923" y="4207149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3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67DEB42-3DD2-80F0-0CDA-7C60772FCE0F}"/>
              </a:ext>
            </a:extLst>
          </p:cNvPr>
          <p:cNvSpPr txBox="1"/>
          <p:nvPr/>
        </p:nvSpPr>
        <p:spPr>
          <a:xfrm>
            <a:off x="5398852" y="3012314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אחד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90C2247-7E68-DEE7-0B14-C2284A846360}"/>
              </a:ext>
            </a:extLst>
          </p:cNvPr>
          <p:cNvSpPr txBox="1"/>
          <p:nvPr/>
        </p:nvSpPr>
        <p:spPr>
          <a:xfrm>
            <a:off x="5398852" y="360548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שתיים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8BEBA139-ADC3-ABC4-6524-7EF9B7041E40}"/>
              </a:ext>
            </a:extLst>
          </p:cNvPr>
          <p:cNvSpPr txBox="1"/>
          <p:nvPr/>
        </p:nvSpPr>
        <p:spPr>
          <a:xfrm>
            <a:off x="5398852" y="4172666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שלוש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1EA7FB17-713F-0D53-FA4D-DA76D6AC659A}"/>
              </a:ext>
            </a:extLst>
          </p:cNvPr>
          <p:cNvSpPr/>
          <p:nvPr/>
        </p:nvSpPr>
        <p:spPr>
          <a:xfrm>
            <a:off x="7217923" y="4787808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4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028BF673-78C6-5277-4375-B18C0F7A5197}"/>
              </a:ext>
            </a:extLst>
          </p:cNvPr>
          <p:cNvSpPr txBox="1"/>
          <p:nvPr/>
        </p:nvSpPr>
        <p:spPr>
          <a:xfrm>
            <a:off x="5398852" y="4730141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ארבע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A5347776-5F34-14BD-E44B-26AE57FA594B}"/>
              </a:ext>
            </a:extLst>
          </p:cNvPr>
          <p:cNvSpPr/>
          <p:nvPr/>
        </p:nvSpPr>
        <p:spPr>
          <a:xfrm>
            <a:off x="7217923" y="5342665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5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37942CC5-E4FD-351D-C3B5-7CBBBF470BD7}"/>
              </a:ext>
            </a:extLst>
          </p:cNvPr>
          <p:cNvSpPr txBox="1"/>
          <p:nvPr/>
        </p:nvSpPr>
        <p:spPr>
          <a:xfrm>
            <a:off x="5398852" y="5308182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חמש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17D285A-0C59-83F0-C65B-5E762FEFD399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גולל למעלה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9BE7B6FA-C092-8E31-EBB1-C43D60A0E3D9}"/>
              </a:ext>
            </a:extLst>
          </p:cNvPr>
          <p:cNvSpPr/>
          <p:nvPr/>
        </p:nvSpPr>
        <p:spPr>
          <a:xfrm>
            <a:off x="7217923" y="5920706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6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AA7DBF5E-AA4F-95C0-78BD-B24C7FDEEFF5}"/>
              </a:ext>
            </a:extLst>
          </p:cNvPr>
          <p:cNvSpPr txBox="1"/>
          <p:nvPr/>
        </p:nvSpPr>
        <p:spPr>
          <a:xfrm>
            <a:off x="5398852" y="5886223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שש</a:t>
            </a:r>
          </a:p>
        </p:txBody>
      </p:sp>
    </p:spTree>
    <p:extLst>
      <p:ext uri="{BB962C8B-B14F-4D97-AF65-F5344CB8AC3E}">
        <p14:creationId xmlns:p14="http://schemas.microsoft.com/office/powerpoint/2010/main" val="93633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5877-9833-867E-87C1-AA55677C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8481C80-CA3F-0B19-BB4F-973D1BE3C561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862E8C2-3B04-F2A8-3C14-8F889F34CC40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3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6B88097B-82BB-E7D6-1828-A22E6DCB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48837"/>
              </p:ext>
            </p:extLst>
          </p:nvPr>
        </p:nvGraphicFramePr>
        <p:xfrm>
          <a:off x="3414408" y="893855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sp>
        <p:nvSpPr>
          <p:cNvPr id="9" name="מלבן 8">
            <a:extLst>
              <a:ext uri="{FF2B5EF4-FFF2-40B4-BE49-F238E27FC236}">
                <a16:creationId xmlns:a16="http://schemas.microsoft.com/office/drawing/2014/main" id="{B219ABC8-37E8-2B15-EF27-DBFE35259F97}"/>
              </a:ext>
            </a:extLst>
          </p:cNvPr>
          <p:cNvSpPr/>
          <p:nvPr/>
        </p:nvSpPr>
        <p:spPr>
          <a:xfrm>
            <a:off x="3414408" y="265368"/>
            <a:ext cx="4659549" cy="6488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84C68F8-91F0-56DD-9903-434AD208FF14}"/>
              </a:ext>
            </a:extLst>
          </p:cNvPr>
          <p:cNvSpPr/>
          <p:nvPr/>
        </p:nvSpPr>
        <p:spPr>
          <a:xfrm>
            <a:off x="7217923" y="161169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E500D58-B5FB-C32B-83ED-829189C5B2DA}"/>
              </a:ext>
            </a:extLst>
          </p:cNvPr>
          <p:cNvSpPr/>
          <p:nvPr/>
        </p:nvSpPr>
        <p:spPr>
          <a:xfrm>
            <a:off x="7217923" y="2170385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2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55EB1EE2-FBCA-B719-27AA-F0B99F0AF5B6}"/>
              </a:ext>
            </a:extLst>
          </p:cNvPr>
          <p:cNvSpPr/>
          <p:nvPr/>
        </p:nvSpPr>
        <p:spPr>
          <a:xfrm>
            <a:off x="7217923" y="273756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3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988C24A3-E2F6-D89E-A308-48B392033445}"/>
              </a:ext>
            </a:extLst>
          </p:cNvPr>
          <p:cNvSpPr txBox="1"/>
          <p:nvPr/>
        </p:nvSpPr>
        <p:spPr>
          <a:xfrm>
            <a:off x="5398852" y="1542727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אחד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74376FD-451A-C31F-1682-2874AD7C1630}"/>
              </a:ext>
            </a:extLst>
          </p:cNvPr>
          <p:cNvSpPr txBox="1"/>
          <p:nvPr/>
        </p:nvSpPr>
        <p:spPr>
          <a:xfrm>
            <a:off x="5398852" y="2135902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שתיים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AC3AFAD2-92C2-0AB3-494A-97C7BDDD6B7F}"/>
              </a:ext>
            </a:extLst>
          </p:cNvPr>
          <p:cNvSpPr txBox="1"/>
          <p:nvPr/>
        </p:nvSpPr>
        <p:spPr>
          <a:xfrm>
            <a:off x="5398852" y="270307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שלוש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AA0ABB4B-6F1A-3BE7-8BE5-0C960AB7AF6C}"/>
              </a:ext>
            </a:extLst>
          </p:cNvPr>
          <p:cNvSpPr/>
          <p:nvPr/>
        </p:nvSpPr>
        <p:spPr>
          <a:xfrm>
            <a:off x="7217923" y="331822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4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80BB22BB-630D-C25D-D639-CCB117E0999E}"/>
              </a:ext>
            </a:extLst>
          </p:cNvPr>
          <p:cNvSpPr txBox="1"/>
          <p:nvPr/>
        </p:nvSpPr>
        <p:spPr>
          <a:xfrm>
            <a:off x="5398852" y="3260554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ארבע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D28912B-137E-3182-E3A6-CC79D01938F6}"/>
              </a:ext>
            </a:extLst>
          </p:cNvPr>
          <p:cNvSpPr/>
          <p:nvPr/>
        </p:nvSpPr>
        <p:spPr>
          <a:xfrm>
            <a:off x="7217923" y="3873078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5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12FCEECC-9CFA-B937-24DE-DEFC713A6312}"/>
              </a:ext>
            </a:extLst>
          </p:cNvPr>
          <p:cNvSpPr txBox="1"/>
          <p:nvPr/>
        </p:nvSpPr>
        <p:spPr>
          <a:xfrm>
            <a:off x="5398852" y="3838595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חמש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F81A5B3-CDB9-214F-678E-AC5AEDD556ED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גולל  עוד למעלה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72569298-0B04-EB74-9293-AF766525D817}"/>
              </a:ext>
            </a:extLst>
          </p:cNvPr>
          <p:cNvSpPr/>
          <p:nvPr/>
        </p:nvSpPr>
        <p:spPr>
          <a:xfrm>
            <a:off x="7217923" y="4451119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6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421D3AC6-3143-A85F-3781-57A9FB0C4E4A}"/>
              </a:ext>
            </a:extLst>
          </p:cNvPr>
          <p:cNvSpPr txBox="1"/>
          <p:nvPr/>
        </p:nvSpPr>
        <p:spPr>
          <a:xfrm>
            <a:off x="5398852" y="4416636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שש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99086B0-E2F9-927B-087A-FFED5DA00C9F}"/>
              </a:ext>
            </a:extLst>
          </p:cNvPr>
          <p:cNvSpPr/>
          <p:nvPr/>
        </p:nvSpPr>
        <p:spPr>
          <a:xfrm>
            <a:off x="7217923" y="5052344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7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B6D0E49-AD41-F19B-3251-4122E2A53128}"/>
              </a:ext>
            </a:extLst>
          </p:cNvPr>
          <p:cNvSpPr txBox="1"/>
          <p:nvPr/>
        </p:nvSpPr>
        <p:spPr>
          <a:xfrm>
            <a:off x="5398852" y="4994677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שבע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E946FBAA-E19E-BAF3-0B92-8F3F811F419A}"/>
              </a:ext>
            </a:extLst>
          </p:cNvPr>
          <p:cNvSpPr/>
          <p:nvPr/>
        </p:nvSpPr>
        <p:spPr>
          <a:xfrm>
            <a:off x="7217923" y="560720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8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38EAE57E-DA99-A7D6-69E6-3B60D7D923F6}"/>
              </a:ext>
            </a:extLst>
          </p:cNvPr>
          <p:cNvSpPr txBox="1"/>
          <p:nvPr/>
        </p:nvSpPr>
        <p:spPr>
          <a:xfrm>
            <a:off x="5398852" y="5572718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שמונה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6F35B67A-8D69-20D4-D853-8BB2A565B182}"/>
              </a:ext>
            </a:extLst>
          </p:cNvPr>
          <p:cNvSpPr/>
          <p:nvPr/>
        </p:nvSpPr>
        <p:spPr>
          <a:xfrm>
            <a:off x="7217923" y="618524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9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8343C063-89A2-69EE-DC93-8B2FC201B2FA}"/>
              </a:ext>
            </a:extLst>
          </p:cNvPr>
          <p:cNvSpPr txBox="1"/>
          <p:nvPr/>
        </p:nvSpPr>
        <p:spPr>
          <a:xfrm>
            <a:off x="5398852" y="615075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תשע</a:t>
            </a:r>
          </a:p>
        </p:txBody>
      </p:sp>
    </p:spTree>
    <p:extLst>
      <p:ext uri="{BB962C8B-B14F-4D97-AF65-F5344CB8AC3E}">
        <p14:creationId xmlns:p14="http://schemas.microsoft.com/office/powerpoint/2010/main" val="172115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D309-7B5C-5A22-7B7A-1270E0B0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7E829A5C-D259-2018-39E6-55EA72BD34A1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6FBD2DE-752A-BBDD-8371-A84BCB0E1AEA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4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51087960-33E3-AD14-9887-B25B84DDF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381757"/>
              </p:ext>
            </p:extLst>
          </p:nvPr>
        </p:nvGraphicFramePr>
        <p:xfrm>
          <a:off x="3414408" y="271620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sp>
        <p:nvSpPr>
          <p:cNvPr id="17" name="מלבן 16">
            <a:extLst>
              <a:ext uri="{FF2B5EF4-FFF2-40B4-BE49-F238E27FC236}">
                <a16:creationId xmlns:a16="http://schemas.microsoft.com/office/drawing/2014/main" id="{2FB87CD9-4DBE-916A-2BE7-F490CC5B980D}"/>
              </a:ext>
            </a:extLst>
          </p:cNvPr>
          <p:cNvSpPr/>
          <p:nvPr/>
        </p:nvSpPr>
        <p:spPr>
          <a:xfrm>
            <a:off x="7217923" y="88998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4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25F792C4-3559-CB35-1570-A9DC9C111FD6}"/>
              </a:ext>
            </a:extLst>
          </p:cNvPr>
          <p:cNvSpPr txBox="1"/>
          <p:nvPr/>
        </p:nvSpPr>
        <p:spPr>
          <a:xfrm>
            <a:off x="5398852" y="832314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ארבע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4FF1A0BD-2BCA-5CE0-ED5D-E7E931FD7976}"/>
              </a:ext>
            </a:extLst>
          </p:cNvPr>
          <p:cNvSpPr/>
          <p:nvPr/>
        </p:nvSpPr>
        <p:spPr>
          <a:xfrm>
            <a:off x="7217923" y="1444838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5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A465AEC6-C506-61FB-5643-96E42AED7AA6}"/>
              </a:ext>
            </a:extLst>
          </p:cNvPr>
          <p:cNvSpPr txBox="1"/>
          <p:nvPr/>
        </p:nvSpPr>
        <p:spPr>
          <a:xfrm>
            <a:off x="5398852" y="1410355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חמש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BAE515D-F31D-C969-9306-28B4F7F5EC19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גולל  עוד למעלה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D3EB1672-A752-6A7E-914A-05A215B733F5}"/>
              </a:ext>
            </a:extLst>
          </p:cNvPr>
          <p:cNvSpPr/>
          <p:nvPr/>
        </p:nvSpPr>
        <p:spPr>
          <a:xfrm>
            <a:off x="7217923" y="2022879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6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E67E2012-BBDE-4119-9E36-7676AA4D7592}"/>
              </a:ext>
            </a:extLst>
          </p:cNvPr>
          <p:cNvSpPr txBox="1"/>
          <p:nvPr/>
        </p:nvSpPr>
        <p:spPr>
          <a:xfrm>
            <a:off x="5398852" y="1988396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שש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4CB06EA-8ECC-964E-81C4-4A8470FA1106}"/>
              </a:ext>
            </a:extLst>
          </p:cNvPr>
          <p:cNvSpPr/>
          <p:nvPr/>
        </p:nvSpPr>
        <p:spPr>
          <a:xfrm>
            <a:off x="7217923" y="2624104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7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3179359-93BD-1B8F-C040-A1A755E03A2B}"/>
              </a:ext>
            </a:extLst>
          </p:cNvPr>
          <p:cNvSpPr txBox="1"/>
          <p:nvPr/>
        </p:nvSpPr>
        <p:spPr>
          <a:xfrm>
            <a:off x="5398852" y="2566437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שבע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545A00A4-26AF-1545-E22B-B51FC279971D}"/>
              </a:ext>
            </a:extLst>
          </p:cNvPr>
          <p:cNvSpPr/>
          <p:nvPr/>
        </p:nvSpPr>
        <p:spPr>
          <a:xfrm>
            <a:off x="7217923" y="317896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8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E3EC3E87-2332-F024-691D-2C51767C529D}"/>
              </a:ext>
            </a:extLst>
          </p:cNvPr>
          <p:cNvSpPr txBox="1"/>
          <p:nvPr/>
        </p:nvSpPr>
        <p:spPr>
          <a:xfrm>
            <a:off x="5398852" y="3144478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שמונה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3E1F8427-6689-AA63-445D-38BC98CA819E}"/>
              </a:ext>
            </a:extLst>
          </p:cNvPr>
          <p:cNvSpPr/>
          <p:nvPr/>
        </p:nvSpPr>
        <p:spPr>
          <a:xfrm>
            <a:off x="7217923" y="375700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9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0668A87C-2D49-0A90-1611-F7C8276EADAE}"/>
              </a:ext>
            </a:extLst>
          </p:cNvPr>
          <p:cNvSpPr txBox="1"/>
          <p:nvPr/>
        </p:nvSpPr>
        <p:spPr>
          <a:xfrm>
            <a:off x="5398852" y="372251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תשע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2B7CD14-E237-9C83-D84A-E1055BC2C687}"/>
              </a:ext>
            </a:extLst>
          </p:cNvPr>
          <p:cNvSpPr/>
          <p:nvPr/>
        </p:nvSpPr>
        <p:spPr>
          <a:xfrm>
            <a:off x="7217923" y="428701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sz="1600" dirty="0"/>
              <a:t>10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9237EE4-1624-D983-2BE0-0CB0505D200A}"/>
              </a:ext>
            </a:extLst>
          </p:cNvPr>
          <p:cNvSpPr txBox="1"/>
          <p:nvPr/>
        </p:nvSpPr>
        <p:spPr>
          <a:xfrm>
            <a:off x="5398852" y="4252528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עשר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1852C5FA-E07C-527B-1FDE-F939FFF76BF2}"/>
              </a:ext>
            </a:extLst>
          </p:cNvPr>
          <p:cNvSpPr/>
          <p:nvPr/>
        </p:nvSpPr>
        <p:spPr>
          <a:xfrm>
            <a:off x="7217923" y="4865052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11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BEA9E68E-7114-15B9-F336-76B0EC043104}"/>
              </a:ext>
            </a:extLst>
          </p:cNvPr>
          <p:cNvSpPr txBox="1"/>
          <p:nvPr/>
        </p:nvSpPr>
        <p:spPr>
          <a:xfrm>
            <a:off x="4795520" y="4830569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אחת עשרה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79704464-9EA0-2005-8BF9-48EB04170E49}"/>
              </a:ext>
            </a:extLst>
          </p:cNvPr>
          <p:cNvSpPr txBox="1"/>
          <p:nvPr/>
        </p:nvSpPr>
        <p:spPr>
          <a:xfrm>
            <a:off x="8910538" y="945700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(כרגע מצרך 4 למעלה)</a:t>
            </a:r>
          </a:p>
        </p:txBody>
      </p:sp>
    </p:spTree>
    <p:extLst>
      <p:ext uri="{BB962C8B-B14F-4D97-AF65-F5344CB8AC3E}">
        <p14:creationId xmlns:p14="http://schemas.microsoft.com/office/powerpoint/2010/main" val="193911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CAAC-28AC-5171-F48A-A801F396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12EEE13-B314-45FA-E756-0DFDFEE005B5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5CE154E-8325-48B1-F50E-36301B39E56D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5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5DC36985-9E05-240D-9D8E-BA78573C5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61168"/>
              </p:ext>
            </p:extLst>
          </p:nvPr>
        </p:nvGraphicFramePr>
        <p:xfrm>
          <a:off x="3414408" y="271620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5BE958B-12A7-914D-E9D1-F54E4F329CA6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משנה כפתור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0F338D27-0F58-E7F5-C513-AB83957F8B64}"/>
              </a:ext>
            </a:extLst>
          </p:cNvPr>
          <p:cNvSpPr txBox="1"/>
          <p:nvPr/>
        </p:nvSpPr>
        <p:spPr>
          <a:xfrm>
            <a:off x="4884041" y="904900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השלב הראשון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CF6035AC-C72A-4010-9579-94AECEF6A2E8}"/>
              </a:ext>
            </a:extLst>
          </p:cNvPr>
          <p:cNvSpPr txBox="1"/>
          <p:nvPr/>
        </p:nvSpPr>
        <p:spPr>
          <a:xfrm>
            <a:off x="8910538" y="945700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משנה לשלבים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23B45FF8-CBC5-D5CB-FA36-86C21B356283}"/>
              </a:ext>
            </a:extLst>
          </p:cNvPr>
          <p:cNvSpPr/>
          <p:nvPr/>
        </p:nvSpPr>
        <p:spPr>
          <a:xfrm>
            <a:off x="7355840" y="94570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042F30EF-33E9-F890-CC9D-D722A5FB4259}"/>
              </a:ext>
            </a:extLst>
          </p:cNvPr>
          <p:cNvSpPr/>
          <p:nvPr/>
        </p:nvSpPr>
        <p:spPr>
          <a:xfrm>
            <a:off x="7355840" y="161470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2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6C1BD406-5A11-A242-DAF9-525B62B445D1}"/>
              </a:ext>
            </a:extLst>
          </p:cNvPr>
          <p:cNvSpPr txBox="1"/>
          <p:nvPr/>
        </p:nvSpPr>
        <p:spPr>
          <a:xfrm>
            <a:off x="4884041" y="1571384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השלב השני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F5CA4C9-AEFD-14AB-242E-8D8F41483E32}"/>
              </a:ext>
            </a:extLst>
          </p:cNvPr>
          <p:cNvSpPr txBox="1"/>
          <p:nvPr/>
        </p:nvSpPr>
        <p:spPr>
          <a:xfrm>
            <a:off x="5477536" y="2237868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נניח יש עוד שלבים</a:t>
            </a:r>
          </a:p>
        </p:txBody>
      </p:sp>
    </p:spTree>
    <p:extLst>
      <p:ext uri="{BB962C8B-B14F-4D97-AF65-F5344CB8AC3E}">
        <p14:creationId xmlns:p14="http://schemas.microsoft.com/office/powerpoint/2010/main" val="13461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9ED5-61E5-4999-E655-ACF28F61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8C4DA62C-FCB8-7C7A-F96C-86A89C2AFE68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9AEC46E-1A56-1F0A-32CF-8BFEC3285993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6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FE80C8A8-75F6-3ACB-4408-8FE2E6F1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9045"/>
              </p:ext>
            </p:extLst>
          </p:nvPr>
        </p:nvGraphicFramePr>
        <p:xfrm>
          <a:off x="3414408" y="1846420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662EEE0-58FF-5588-0217-EB0ABEAC6518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גולל למטה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70F69922-E17E-1B67-4C36-2D5F280D154B}"/>
              </a:ext>
            </a:extLst>
          </p:cNvPr>
          <p:cNvSpPr txBox="1"/>
          <p:nvPr/>
        </p:nvSpPr>
        <p:spPr>
          <a:xfrm>
            <a:off x="4884041" y="2479700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השלב הראשון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00F5934D-6742-1CBC-C43E-9655AE8A508D}"/>
              </a:ext>
            </a:extLst>
          </p:cNvPr>
          <p:cNvSpPr/>
          <p:nvPr/>
        </p:nvSpPr>
        <p:spPr>
          <a:xfrm>
            <a:off x="7355840" y="252050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17A60CAC-AB9C-878B-8CEC-7C82401436D4}"/>
              </a:ext>
            </a:extLst>
          </p:cNvPr>
          <p:cNvSpPr/>
          <p:nvPr/>
        </p:nvSpPr>
        <p:spPr>
          <a:xfrm>
            <a:off x="7355840" y="3189500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2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3F95D01-F34B-D011-368B-BF356D244BC5}"/>
              </a:ext>
            </a:extLst>
          </p:cNvPr>
          <p:cNvSpPr txBox="1"/>
          <p:nvPr/>
        </p:nvSpPr>
        <p:spPr>
          <a:xfrm>
            <a:off x="4884041" y="3146184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השלב השני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B8076B3A-3646-93C2-1523-EDBE01D5E830}"/>
              </a:ext>
            </a:extLst>
          </p:cNvPr>
          <p:cNvSpPr txBox="1"/>
          <p:nvPr/>
        </p:nvSpPr>
        <p:spPr>
          <a:xfrm>
            <a:off x="5477536" y="3812668"/>
            <a:ext cx="2244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נניח יש עוד שלבים</a:t>
            </a:r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6BA32501-2F94-55F0-59A2-0A87AA458EE9}"/>
              </a:ext>
            </a:extLst>
          </p:cNvPr>
          <p:cNvGrpSpPr/>
          <p:nvPr/>
        </p:nvGrpSpPr>
        <p:grpSpPr>
          <a:xfrm>
            <a:off x="3414409" y="272374"/>
            <a:ext cx="4659549" cy="1574046"/>
            <a:chOff x="6147881" y="1668779"/>
            <a:chExt cx="4659549" cy="1574046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5F0D6209-61CA-1087-13DF-ECECBB0B8159}"/>
                </a:ext>
              </a:extLst>
            </p:cNvPr>
            <p:cNvSpPr/>
            <p:nvPr/>
          </p:nvSpPr>
          <p:spPr>
            <a:xfrm>
              <a:off x="6147881" y="1668779"/>
              <a:ext cx="4659549" cy="70461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A24C0192-8086-DB4E-CC36-44A009C0D32E}"/>
                </a:ext>
              </a:extLst>
            </p:cNvPr>
            <p:cNvSpPr/>
            <p:nvPr/>
          </p:nvSpPr>
          <p:spPr>
            <a:xfrm>
              <a:off x="6147881" y="2373389"/>
              <a:ext cx="4659549" cy="8694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תיאור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68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6702-9AB9-13A0-6DB8-C41D544B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7F093499-0987-F38A-28B0-D781966B9CFB}"/>
              </a:ext>
            </a:extLst>
          </p:cNvPr>
          <p:cNvSpPr/>
          <p:nvPr/>
        </p:nvSpPr>
        <p:spPr>
          <a:xfrm>
            <a:off x="3414409" y="272374"/>
            <a:ext cx="4659549" cy="63132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16B9126-D4F5-4569-A095-91ACF53400F7}"/>
              </a:ext>
            </a:extLst>
          </p:cNvPr>
          <p:cNvSpPr txBox="1"/>
          <p:nvPr/>
        </p:nvSpPr>
        <p:spPr>
          <a:xfrm>
            <a:off x="10807430" y="87708"/>
            <a:ext cx="9435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שקף 7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9D363F83-A950-9460-7FED-C64572FCA806}"/>
              </a:ext>
            </a:extLst>
          </p:cNvPr>
          <p:cNvSpPr txBox="1"/>
          <p:nvPr/>
        </p:nvSpPr>
        <p:spPr>
          <a:xfrm>
            <a:off x="8910538" y="544908"/>
            <a:ext cx="2743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המשתמש חוזר למצרכים</a:t>
            </a:r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5EA656F5-352B-4E37-3A68-F5AFD3D13133}"/>
              </a:ext>
            </a:extLst>
          </p:cNvPr>
          <p:cNvGrpSpPr/>
          <p:nvPr/>
        </p:nvGrpSpPr>
        <p:grpSpPr>
          <a:xfrm>
            <a:off x="3414409" y="272374"/>
            <a:ext cx="4659549" cy="1574046"/>
            <a:chOff x="6147881" y="1668779"/>
            <a:chExt cx="4659549" cy="1574046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CCABC259-337E-6009-A3B3-9A19F0100EA7}"/>
                </a:ext>
              </a:extLst>
            </p:cNvPr>
            <p:cNvSpPr/>
            <p:nvPr/>
          </p:nvSpPr>
          <p:spPr>
            <a:xfrm>
              <a:off x="6147881" y="1668779"/>
              <a:ext cx="4659549" cy="70461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6E0F2A7B-D94C-0842-598C-39734661D522}"/>
                </a:ext>
              </a:extLst>
            </p:cNvPr>
            <p:cNvSpPr/>
            <p:nvPr/>
          </p:nvSpPr>
          <p:spPr>
            <a:xfrm>
              <a:off x="6147881" y="2373389"/>
              <a:ext cx="4659549" cy="8694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תיאור</a:t>
              </a:r>
            </a:p>
          </p:txBody>
        </p:sp>
      </p:grp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6E9A616D-5FF4-869D-D48C-C9BA086497B4}"/>
              </a:ext>
            </a:extLst>
          </p:cNvPr>
          <p:cNvSpPr txBox="1"/>
          <p:nvPr/>
        </p:nvSpPr>
        <p:spPr>
          <a:xfrm>
            <a:off x="8910538" y="1002108"/>
            <a:ext cx="27432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כאן תשים לב איך זה ניראה</a:t>
            </a:r>
          </a:p>
          <a:p>
            <a:r>
              <a:rPr lang="he-IL" dirty="0"/>
              <a:t>זה מראה את הכפתורים במקום האחרון שהם היו.</a:t>
            </a:r>
            <a:br>
              <a:rPr lang="en-US" dirty="0"/>
            </a:br>
            <a:r>
              <a:rPr lang="he-IL" dirty="0"/>
              <a:t>ומראה את המצרכים במצרך האחרון שהוצג.</a:t>
            </a:r>
          </a:p>
        </p:txBody>
      </p:sp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DB2BC6DB-1DCF-E60E-B98D-82869370D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970892"/>
              </p:ext>
            </p:extLst>
          </p:nvPr>
        </p:nvGraphicFramePr>
        <p:xfrm>
          <a:off x="3414409" y="1855482"/>
          <a:ext cx="4659550" cy="3708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2329775">
                  <a:extLst>
                    <a:ext uri="{9D8B030D-6E8A-4147-A177-3AD203B41FA5}">
                      <a16:colId xmlns:a16="http://schemas.microsoft.com/office/drawing/2014/main" val="2453648981"/>
                    </a:ext>
                  </a:extLst>
                </a:gridCol>
                <a:gridCol w="2329775">
                  <a:extLst>
                    <a:ext uri="{9D8B030D-6E8A-4147-A177-3AD203B41FA5}">
                      <a16:colId xmlns:a16="http://schemas.microsoft.com/office/drawing/2014/main" val="4096975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מצרכים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שלבים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62758"/>
                  </a:ext>
                </a:extLst>
              </a:tr>
            </a:tbl>
          </a:graphicData>
        </a:graphic>
      </p:graphicFrame>
      <p:sp>
        <p:nvSpPr>
          <p:cNvPr id="15" name="מלבן 14">
            <a:extLst>
              <a:ext uri="{FF2B5EF4-FFF2-40B4-BE49-F238E27FC236}">
                <a16:creationId xmlns:a16="http://schemas.microsoft.com/office/drawing/2014/main" id="{896FEC27-1B46-4626-BA7F-8B68AD16B898}"/>
              </a:ext>
            </a:extLst>
          </p:cNvPr>
          <p:cNvSpPr/>
          <p:nvPr/>
        </p:nvSpPr>
        <p:spPr>
          <a:xfrm>
            <a:off x="7217924" y="2473843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4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4423343C-5979-7CD1-5A69-C3E0835D19A2}"/>
              </a:ext>
            </a:extLst>
          </p:cNvPr>
          <p:cNvSpPr txBox="1"/>
          <p:nvPr/>
        </p:nvSpPr>
        <p:spPr>
          <a:xfrm>
            <a:off x="5398853" y="2416176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ארבע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A55E9883-E532-C04E-921C-436013911BD1}"/>
              </a:ext>
            </a:extLst>
          </p:cNvPr>
          <p:cNvSpPr/>
          <p:nvPr/>
        </p:nvSpPr>
        <p:spPr>
          <a:xfrm>
            <a:off x="7217924" y="3028700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5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32B9F4FB-4172-DCFB-0EF6-372777C76F80}"/>
              </a:ext>
            </a:extLst>
          </p:cNvPr>
          <p:cNvSpPr txBox="1"/>
          <p:nvPr/>
        </p:nvSpPr>
        <p:spPr>
          <a:xfrm>
            <a:off x="5398853" y="2994217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חמש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D0170372-3CEF-140A-44B8-9173E2745514}"/>
              </a:ext>
            </a:extLst>
          </p:cNvPr>
          <p:cNvSpPr/>
          <p:nvPr/>
        </p:nvSpPr>
        <p:spPr>
          <a:xfrm>
            <a:off x="7217924" y="3606741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6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E8BE94C-0F9E-5950-0A67-228C816D6899}"/>
              </a:ext>
            </a:extLst>
          </p:cNvPr>
          <p:cNvSpPr txBox="1"/>
          <p:nvPr/>
        </p:nvSpPr>
        <p:spPr>
          <a:xfrm>
            <a:off x="5398853" y="3572258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מצרך שש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F4DE0C4B-0772-62DF-1191-291C046C4958}"/>
              </a:ext>
            </a:extLst>
          </p:cNvPr>
          <p:cNvSpPr/>
          <p:nvPr/>
        </p:nvSpPr>
        <p:spPr>
          <a:xfrm>
            <a:off x="7217924" y="4207966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7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4A351BE4-E399-D425-DB7E-1536BD9A4746}"/>
              </a:ext>
            </a:extLst>
          </p:cNvPr>
          <p:cNvSpPr txBox="1"/>
          <p:nvPr/>
        </p:nvSpPr>
        <p:spPr>
          <a:xfrm>
            <a:off x="5398853" y="4150299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שבע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FD56BFC7-C4A5-D15B-FBC8-ED3B15E81325}"/>
              </a:ext>
            </a:extLst>
          </p:cNvPr>
          <p:cNvSpPr/>
          <p:nvPr/>
        </p:nvSpPr>
        <p:spPr>
          <a:xfrm>
            <a:off x="7217924" y="4762823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8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3BA954A5-79DF-EEE9-E357-C416470198AE}"/>
              </a:ext>
            </a:extLst>
          </p:cNvPr>
          <p:cNvSpPr txBox="1"/>
          <p:nvPr/>
        </p:nvSpPr>
        <p:spPr>
          <a:xfrm>
            <a:off x="5398853" y="4728340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שמונה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E667350D-A253-BDBC-373B-4F30C3B37912}"/>
              </a:ext>
            </a:extLst>
          </p:cNvPr>
          <p:cNvSpPr/>
          <p:nvPr/>
        </p:nvSpPr>
        <p:spPr>
          <a:xfrm>
            <a:off x="7217924" y="5340864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dirty="0"/>
              <a:t>9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A2BEF85E-748A-79D9-1090-85291B7E8B73}"/>
              </a:ext>
            </a:extLst>
          </p:cNvPr>
          <p:cNvSpPr txBox="1"/>
          <p:nvPr/>
        </p:nvSpPr>
        <p:spPr>
          <a:xfrm>
            <a:off x="5398853" y="5306381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תשע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E782D762-AB5E-F40C-1161-5237665363EC}"/>
              </a:ext>
            </a:extLst>
          </p:cNvPr>
          <p:cNvSpPr/>
          <p:nvPr/>
        </p:nvSpPr>
        <p:spPr>
          <a:xfrm>
            <a:off x="7217924" y="5870873"/>
            <a:ext cx="428017" cy="300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he-IL" sz="1600" dirty="0"/>
              <a:t>10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419C4266-D481-8D4E-5376-B3608D7C6BBC}"/>
              </a:ext>
            </a:extLst>
          </p:cNvPr>
          <p:cNvSpPr txBox="1"/>
          <p:nvPr/>
        </p:nvSpPr>
        <p:spPr>
          <a:xfrm>
            <a:off x="5398853" y="5836390"/>
            <a:ext cx="164073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מצרך עשר</a:t>
            </a:r>
          </a:p>
        </p:txBody>
      </p:sp>
    </p:spTree>
    <p:extLst>
      <p:ext uri="{BB962C8B-B14F-4D97-AF65-F5344CB8AC3E}">
        <p14:creationId xmlns:p14="http://schemas.microsoft.com/office/powerpoint/2010/main" val="48811536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210</Words>
  <Application>Microsoft Office PowerPoint</Application>
  <PresentationFormat>מסך רחב</PresentationFormat>
  <Paragraphs>116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שמואל אנומ</dc:creator>
  <cp:lastModifiedBy>שמואל אנומ</cp:lastModifiedBy>
  <cp:revision>1</cp:revision>
  <dcterms:created xsi:type="dcterms:W3CDTF">2026-01-15T15:13:23Z</dcterms:created>
  <dcterms:modified xsi:type="dcterms:W3CDTF">2026-01-15T16:24:15Z</dcterms:modified>
</cp:coreProperties>
</file>